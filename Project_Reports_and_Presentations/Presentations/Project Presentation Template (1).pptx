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52CEA-CAAA-4103-8FD8-0BC5C1DE3EA3}" v="7" dt="2026-03-12T04:50:50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>
        <p:scale>
          <a:sx n="118" d="100"/>
          <a:sy n="118" d="100"/>
        </p:scale>
        <p:origin x="-24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 C" userId="87dcde48-8664-4a63-b5cd-43d78052eb24" providerId="ADAL" clId="{353E8B16-E742-486F-8C04-A6E2C1B0DCFB}"/>
    <pc:docChg chg="custSel addSld modSld">
      <pc:chgData name="Santhosh Kumar C" userId="87dcde48-8664-4a63-b5cd-43d78052eb24" providerId="ADAL" clId="{353E8B16-E742-486F-8C04-A6E2C1B0DCFB}" dt="2026-03-12T04:51:56.920" v="338" actId="20577"/>
      <pc:docMkLst>
        <pc:docMk/>
      </pc:docMkLst>
      <pc:sldChg chg="addSp modSp mod">
        <pc:chgData name="Santhosh Kumar C" userId="87dcde48-8664-4a63-b5cd-43d78052eb24" providerId="ADAL" clId="{353E8B16-E742-486F-8C04-A6E2C1B0DCFB}" dt="2026-03-12T04:49:51.485" v="311" actId="27636"/>
        <pc:sldMkLst>
          <pc:docMk/>
          <pc:sldMk cId="2178316820" sldId="256"/>
        </pc:sldMkLst>
        <pc:spChg chg="mod">
          <ac:chgData name="Santhosh Kumar C" userId="87dcde48-8664-4a63-b5cd-43d78052eb24" providerId="ADAL" clId="{353E8B16-E742-486F-8C04-A6E2C1B0DCFB}" dt="2026-03-12T04:43:26.848" v="16" actId="255"/>
          <ac:spMkLst>
            <pc:docMk/>
            <pc:sldMk cId="2178316820" sldId="256"/>
            <ac:spMk id="2" creationId="{D392C082-4783-3F0B-9EC6-25645937E192}"/>
          </ac:spMkLst>
        </pc:spChg>
        <pc:spChg chg="mod">
          <ac:chgData name="Santhosh Kumar C" userId="87dcde48-8664-4a63-b5cd-43d78052eb24" providerId="ADAL" clId="{353E8B16-E742-486F-8C04-A6E2C1B0DCFB}" dt="2026-03-12T04:49:51.485" v="311" actId="27636"/>
          <ac:spMkLst>
            <pc:docMk/>
            <pc:sldMk cId="2178316820" sldId="256"/>
            <ac:spMk id="3" creationId="{ACFEFCD3-3C75-35E2-D6EC-2AFC39620FD5}"/>
          </ac:spMkLst>
        </pc:spChg>
        <pc:spChg chg="mod">
          <ac:chgData name="Santhosh Kumar C" userId="87dcde48-8664-4a63-b5cd-43d78052eb24" providerId="ADAL" clId="{353E8B16-E742-486F-8C04-A6E2C1B0DCFB}" dt="2026-03-11T12:08:01.770" v="7" actId="2711"/>
          <ac:spMkLst>
            <pc:docMk/>
            <pc:sldMk cId="2178316820" sldId="256"/>
            <ac:spMk id="4" creationId="{83CB87B0-2C3A-FA84-0969-EAACF959DDFB}"/>
          </ac:spMkLst>
        </pc:spChg>
        <pc:spChg chg="mod">
          <ac:chgData name="Santhosh Kumar C" userId="87dcde48-8664-4a63-b5cd-43d78052eb24" providerId="ADAL" clId="{353E8B16-E742-486F-8C04-A6E2C1B0DCFB}" dt="2026-03-11T12:08:06.460" v="8" actId="2711"/>
          <ac:spMkLst>
            <pc:docMk/>
            <pc:sldMk cId="2178316820" sldId="256"/>
            <ac:spMk id="5" creationId="{8406C4D5-4260-EE20-5032-89C70841E0D2}"/>
          </ac:spMkLst>
        </pc:spChg>
        <pc:picChg chg="add mod">
          <ac:chgData name="Santhosh Kumar C" userId="87dcde48-8664-4a63-b5cd-43d78052eb24" providerId="ADAL" clId="{353E8B16-E742-486F-8C04-A6E2C1B0DCFB}" dt="2026-03-12T04:43:14.829" v="13" actId="14100"/>
          <ac:picMkLst>
            <pc:docMk/>
            <pc:sldMk cId="2178316820" sldId="256"/>
            <ac:picMk id="6" creationId="{CB474076-628F-3EFB-1343-490B0E773BE4}"/>
          </ac:picMkLst>
        </pc:picChg>
      </pc:sldChg>
      <pc:sldChg chg="modSp mod">
        <pc:chgData name="Santhosh Kumar C" userId="87dcde48-8664-4a63-b5cd-43d78052eb24" providerId="ADAL" clId="{353E8B16-E742-486F-8C04-A6E2C1B0DCFB}" dt="2026-03-12T04:48:59.547" v="277" actId="2710"/>
        <pc:sldMkLst>
          <pc:docMk/>
          <pc:sldMk cId="2683659159" sldId="257"/>
        </pc:sldMkLst>
        <pc:spChg chg="mod">
          <ac:chgData name="Santhosh Kumar C" userId="87dcde48-8664-4a63-b5cd-43d78052eb24" providerId="ADAL" clId="{353E8B16-E742-486F-8C04-A6E2C1B0DCFB}" dt="2026-03-11T12:07:48.114" v="6" actId="2711"/>
          <ac:spMkLst>
            <pc:docMk/>
            <pc:sldMk cId="2683659159" sldId="257"/>
            <ac:spMk id="2" creationId="{1F235BF5-1452-0F40-5060-BBF6D5B63974}"/>
          </ac:spMkLst>
        </pc:spChg>
        <pc:spChg chg="mod">
          <ac:chgData name="Santhosh Kumar C" userId="87dcde48-8664-4a63-b5cd-43d78052eb24" providerId="ADAL" clId="{353E8B16-E742-486F-8C04-A6E2C1B0DCFB}" dt="2026-03-12T04:48:59.547" v="277" actId="2710"/>
          <ac:spMkLst>
            <pc:docMk/>
            <pc:sldMk cId="2683659159" sldId="257"/>
            <ac:spMk id="3" creationId="{7B08A0E4-B4B7-4C97-19C6-AB43299E67F1}"/>
          </ac:spMkLst>
        </pc:spChg>
      </pc:sldChg>
      <pc:sldChg chg="modSp mod">
        <pc:chgData name="Santhosh Kumar C" userId="87dcde48-8664-4a63-b5cd-43d78052eb24" providerId="ADAL" clId="{353E8B16-E742-486F-8C04-A6E2C1B0DCFB}" dt="2026-03-12T04:49:12.033" v="278"/>
        <pc:sldMkLst>
          <pc:docMk/>
          <pc:sldMk cId="2897999778" sldId="258"/>
        </pc:sldMkLst>
        <pc:spChg chg="mod">
          <ac:chgData name="Santhosh Kumar C" userId="87dcde48-8664-4a63-b5cd-43d78052eb24" providerId="ADAL" clId="{353E8B16-E742-486F-8C04-A6E2C1B0DCFB}" dt="2026-03-12T04:45:01.225" v="29" actId="2711"/>
          <ac:spMkLst>
            <pc:docMk/>
            <pc:sldMk cId="2897999778" sldId="258"/>
            <ac:spMk id="2" creationId="{E6A128A0-978F-3912-AED8-E758C1208B21}"/>
          </ac:spMkLst>
        </pc:spChg>
        <pc:spChg chg="mod">
          <ac:chgData name="Santhosh Kumar C" userId="87dcde48-8664-4a63-b5cd-43d78052eb24" providerId="ADAL" clId="{353E8B16-E742-486F-8C04-A6E2C1B0DCFB}" dt="2026-03-12T04:49:12.033" v="278"/>
          <ac:spMkLst>
            <pc:docMk/>
            <pc:sldMk cId="2897999778" sldId="258"/>
            <ac:spMk id="3" creationId="{496989CE-3BFA-7AA3-FCC8-DA9D29AA8D80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18.886" v="65" actId="20577"/>
        <pc:sldMkLst>
          <pc:docMk/>
          <pc:sldMk cId="1303480564" sldId="259"/>
        </pc:sldMkLst>
        <pc:spChg chg="mod">
          <ac:chgData name="Santhosh Kumar C" userId="87dcde48-8664-4a63-b5cd-43d78052eb24" providerId="ADAL" clId="{353E8B16-E742-486F-8C04-A6E2C1B0DCFB}" dt="2026-03-12T04:45:18.886" v="65" actId="20577"/>
          <ac:spMkLst>
            <pc:docMk/>
            <pc:sldMk cId="1303480564" sldId="259"/>
            <ac:spMk id="2" creationId="{8F8961C5-9785-5F5D-A824-6D3D79C47162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38.243" v="90" actId="20577"/>
        <pc:sldMkLst>
          <pc:docMk/>
          <pc:sldMk cId="1380028328" sldId="260"/>
        </pc:sldMkLst>
        <pc:spChg chg="mod">
          <ac:chgData name="Santhosh Kumar C" userId="87dcde48-8664-4a63-b5cd-43d78052eb24" providerId="ADAL" clId="{353E8B16-E742-486F-8C04-A6E2C1B0DCFB}" dt="2026-03-12T04:45:38.243" v="90" actId="20577"/>
          <ac:spMkLst>
            <pc:docMk/>
            <pc:sldMk cId="1380028328" sldId="260"/>
            <ac:spMk id="2" creationId="{D67309D1-5FA4-C3B4-988B-19C978BABD67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47.446" v="92" actId="6549"/>
        <pc:sldMkLst>
          <pc:docMk/>
          <pc:sldMk cId="1055599157" sldId="261"/>
        </pc:sldMkLst>
        <pc:spChg chg="mod">
          <ac:chgData name="Santhosh Kumar C" userId="87dcde48-8664-4a63-b5cd-43d78052eb24" providerId="ADAL" clId="{353E8B16-E742-486F-8C04-A6E2C1B0DCFB}" dt="2026-03-12T04:45:47.446" v="92" actId="6549"/>
          <ac:spMkLst>
            <pc:docMk/>
            <pc:sldMk cId="1055599157" sldId="261"/>
            <ac:spMk id="2" creationId="{2C056090-75FC-2EC9-C6A4-C9D9BA5CE124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57.481" v="113" actId="20577"/>
        <pc:sldMkLst>
          <pc:docMk/>
          <pc:sldMk cId="3472156200" sldId="262"/>
        </pc:sldMkLst>
        <pc:spChg chg="mod">
          <ac:chgData name="Santhosh Kumar C" userId="87dcde48-8664-4a63-b5cd-43d78052eb24" providerId="ADAL" clId="{353E8B16-E742-486F-8C04-A6E2C1B0DCFB}" dt="2026-03-12T04:45:57.481" v="113" actId="20577"/>
          <ac:spMkLst>
            <pc:docMk/>
            <pc:sldMk cId="3472156200" sldId="262"/>
            <ac:spMk id="2" creationId="{2E75D0DE-F343-7DE5-EBEA-9FD0BC7374CA}"/>
          </ac:spMkLst>
        </pc:spChg>
      </pc:sldChg>
      <pc:sldChg chg="modSp add mod">
        <pc:chgData name="Santhosh Kumar C" userId="87dcde48-8664-4a63-b5cd-43d78052eb24" providerId="ADAL" clId="{353E8B16-E742-486F-8C04-A6E2C1B0DCFB}" dt="2026-03-12T04:46:14.494" v="129" actId="20577"/>
        <pc:sldMkLst>
          <pc:docMk/>
          <pc:sldMk cId="49571734" sldId="263"/>
        </pc:sldMkLst>
        <pc:spChg chg="mod">
          <ac:chgData name="Santhosh Kumar C" userId="87dcde48-8664-4a63-b5cd-43d78052eb24" providerId="ADAL" clId="{353E8B16-E742-486F-8C04-A6E2C1B0DCFB}" dt="2026-03-12T04:46:14.494" v="129" actId="20577"/>
          <ac:spMkLst>
            <pc:docMk/>
            <pc:sldMk cId="49571734" sldId="263"/>
            <ac:spMk id="2" creationId="{A58EEA52-A052-EF6E-B37A-CDFA7152C630}"/>
          </ac:spMkLst>
        </pc:spChg>
      </pc:sldChg>
      <pc:sldChg chg="modSp add mod">
        <pc:chgData name="Santhosh Kumar C" userId="87dcde48-8664-4a63-b5cd-43d78052eb24" providerId="ADAL" clId="{353E8B16-E742-486F-8C04-A6E2C1B0DCFB}" dt="2026-03-12T04:46:38.957" v="156" actId="313"/>
        <pc:sldMkLst>
          <pc:docMk/>
          <pc:sldMk cId="2214384354" sldId="264"/>
        </pc:sldMkLst>
        <pc:spChg chg="mod">
          <ac:chgData name="Santhosh Kumar C" userId="87dcde48-8664-4a63-b5cd-43d78052eb24" providerId="ADAL" clId="{353E8B16-E742-486F-8C04-A6E2C1B0DCFB}" dt="2026-03-12T04:46:38.957" v="156" actId="313"/>
          <ac:spMkLst>
            <pc:docMk/>
            <pc:sldMk cId="2214384354" sldId="264"/>
            <ac:spMk id="2" creationId="{5355786D-47F7-8FE9-D42F-90D307C4FD97}"/>
          </ac:spMkLst>
        </pc:spChg>
      </pc:sldChg>
      <pc:sldChg chg="add">
        <pc:chgData name="Santhosh Kumar C" userId="87dcde48-8664-4a63-b5cd-43d78052eb24" providerId="ADAL" clId="{353E8B16-E742-486F-8C04-A6E2C1B0DCFB}" dt="2026-03-12T04:46:41.835" v="157" actId="2890"/>
        <pc:sldMkLst>
          <pc:docMk/>
          <pc:sldMk cId="3169942119" sldId="265"/>
        </pc:sldMkLst>
      </pc:sldChg>
      <pc:sldChg chg="modSp add mod">
        <pc:chgData name="Santhosh Kumar C" userId="87dcde48-8664-4a63-b5cd-43d78052eb24" providerId="ADAL" clId="{353E8B16-E742-486F-8C04-A6E2C1B0DCFB}" dt="2026-03-12T04:47:04.619" v="180" actId="20577"/>
        <pc:sldMkLst>
          <pc:docMk/>
          <pc:sldMk cId="3442820598" sldId="266"/>
        </pc:sldMkLst>
        <pc:spChg chg="mod">
          <ac:chgData name="Santhosh Kumar C" userId="87dcde48-8664-4a63-b5cd-43d78052eb24" providerId="ADAL" clId="{353E8B16-E742-486F-8C04-A6E2C1B0DCFB}" dt="2026-03-12T04:47:04.619" v="180" actId="20577"/>
          <ac:spMkLst>
            <pc:docMk/>
            <pc:sldMk cId="3442820598" sldId="266"/>
            <ac:spMk id="2" creationId="{4213388F-FF35-2D83-4D3B-039D6B5A0972}"/>
          </ac:spMkLst>
        </pc:spChg>
      </pc:sldChg>
      <pc:sldChg chg="modSp add mod">
        <pc:chgData name="Santhosh Kumar C" userId="87dcde48-8664-4a63-b5cd-43d78052eb24" providerId="ADAL" clId="{353E8B16-E742-486F-8C04-A6E2C1B0DCFB}" dt="2026-03-12T04:47:15.970" v="196" actId="20577"/>
        <pc:sldMkLst>
          <pc:docMk/>
          <pc:sldMk cId="901834013" sldId="267"/>
        </pc:sldMkLst>
        <pc:spChg chg="mod">
          <ac:chgData name="Santhosh Kumar C" userId="87dcde48-8664-4a63-b5cd-43d78052eb24" providerId="ADAL" clId="{353E8B16-E742-486F-8C04-A6E2C1B0DCFB}" dt="2026-03-12T04:47:15.970" v="196" actId="20577"/>
          <ac:spMkLst>
            <pc:docMk/>
            <pc:sldMk cId="901834013" sldId="267"/>
            <ac:spMk id="2" creationId="{4155D1A6-9E48-6BC3-2E99-BD8D4E964467}"/>
          </ac:spMkLst>
        </pc:spChg>
      </pc:sldChg>
      <pc:sldChg chg="modSp add mod">
        <pc:chgData name="Santhosh Kumar C" userId="87dcde48-8664-4a63-b5cd-43d78052eb24" providerId="ADAL" clId="{353E8B16-E742-486F-8C04-A6E2C1B0DCFB}" dt="2026-03-12T04:48:05.408" v="246" actId="255"/>
        <pc:sldMkLst>
          <pc:docMk/>
          <pc:sldMk cId="3711030567" sldId="268"/>
        </pc:sldMkLst>
        <pc:spChg chg="mod">
          <ac:chgData name="Santhosh Kumar C" userId="87dcde48-8664-4a63-b5cd-43d78052eb24" providerId="ADAL" clId="{353E8B16-E742-486F-8C04-A6E2C1B0DCFB}" dt="2026-03-12T04:47:24.203" v="207" actId="20577"/>
          <ac:spMkLst>
            <pc:docMk/>
            <pc:sldMk cId="3711030567" sldId="268"/>
            <ac:spMk id="2" creationId="{44A6D766-50C1-4B7C-E796-F3067CC34656}"/>
          </ac:spMkLst>
        </pc:spChg>
        <pc:spChg chg="mod">
          <ac:chgData name="Santhosh Kumar C" userId="87dcde48-8664-4a63-b5cd-43d78052eb24" providerId="ADAL" clId="{353E8B16-E742-486F-8C04-A6E2C1B0DCFB}" dt="2026-03-12T04:48:05.408" v="246" actId="255"/>
          <ac:spMkLst>
            <pc:docMk/>
            <pc:sldMk cId="3711030567" sldId="268"/>
            <ac:spMk id="3" creationId="{A2067BF4-5141-EA81-9E2C-1D1B8928214F}"/>
          </ac:spMkLst>
        </pc:spChg>
      </pc:sldChg>
      <pc:sldChg chg="modSp add mod">
        <pc:chgData name="Santhosh Kumar C" userId="87dcde48-8664-4a63-b5cd-43d78052eb24" providerId="ADAL" clId="{353E8B16-E742-486F-8C04-A6E2C1B0DCFB}" dt="2026-03-12T04:47:36.580" v="218" actId="20577"/>
        <pc:sldMkLst>
          <pc:docMk/>
          <pc:sldMk cId="880114808" sldId="269"/>
        </pc:sldMkLst>
        <pc:spChg chg="mod">
          <ac:chgData name="Santhosh Kumar C" userId="87dcde48-8664-4a63-b5cd-43d78052eb24" providerId="ADAL" clId="{353E8B16-E742-486F-8C04-A6E2C1B0DCFB}" dt="2026-03-12T04:47:36.580" v="218" actId="20577"/>
          <ac:spMkLst>
            <pc:docMk/>
            <pc:sldMk cId="880114808" sldId="269"/>
            <ac:spMk id="2" creationId="{93631787-BEB0-6CE3-A1C7-2092210922DF}"/>
          </ac:spMkLst>
        </pc:spChg>
      </pc:sldChg>
      <pc:sldChg chg="add">
        <pc:chgData name="Santhosh Kumar C" userId="87dcde48-8664-4a63-b5cd-43d78052eb24" providerId="ADAL" clId="{353E8B16-E742-486F-8C04-A6E2C1B0DCFB}" dt="2026-03-12T04:51:30.571" v="312" actId="2890"/>
        <pc:sldMkLst>
          <pc:docMk/>
          <pc:sldMk cId="3051079905" sldId="270"/>
        </pc:sldMkLst>
      </pc:sldChg>
      <pc:sldChg chg="modSp add mod">
        <pc:chgData name="Santhosh Kumar C" userId="87dcde48-8664-4a63-b5cd-43d78052eb24" providerId="ADAL" clId="{353E8B16-E742-486F-8C04-A6E2C1B0DCFB}" dt="2026-03-12T04:51:56.920" v="338" actId="20577"/>
        <pc:sldMkLst>
          <pc:docMk/>
          <pc:sldMk cId="1151011599" sldId="271"/>
        </pc:sldMkLst>
        <pc:spChg chg="mod">
          <ac:chgData name="Santhosh Kumar C" userId="87dcde48-8664-4a63-b5cd-43d78052eb24" providerId="ADAL" clId="{353E8B16-E742-486F-8C04-A6E2C1B0DCFB}" dt="2026-03-12T04:51:56.920" v="338" actId="20577"/>
          <ac:spMkLst>
            <pc:docMk/>
            <pc:sldMk cId="1151011599" sldId="271"/>
            <ac:spMk id="2" creationId="{2CEC8812-C937-B75E-CFCC-09C8F3A1ED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3"/>
            <a:ext cx="12191999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for Final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445477" y="5158617"/>
            <a:ext cx="3516923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/ Mr. / Ms. Guide Name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748954" y="5158617"/>
            <a:ext cx="4088718" cy="147732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 (Register #)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Student2 (Register #)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Student3 (Register #)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Student4 (Register #)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235BF5-1452-0F40-5060-BBF6D5B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08A0E4-B4B7-4C97-19C6-AB43299E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EECAC99-F55F-638C-3095-FC6C74D6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8EF-4B33-492B-AA33-D3BC419B1759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BBB4F7-214D-32C8-2ACB-F479653B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A128A0-978F-3912-AED8-E758C120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6989CE-3BFA-7AA3-FCC8-DA9D29AA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7060253-485B-A551-20D4-2831B7AF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FFA2-BF4E-4986-8EDC-B62F31D50825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086A39-8288-5B56-EB37-ED1CF52E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9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445CE57-A437-995E-40EC-33205D8F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8961C5-9785-5F5D-A824-6D3D79C4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/ 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B7DB1B-800E-88D9-7E0A-B78ED9D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EF5A9CA-4E21-9C6A-37FE-DBC72542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AD1B-2C4A-45CA-8ED9-F88A03D644DC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C87E7A-B989-2083-5B23-0F82EB1D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48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8EAE8B-1AC6-981A-4156-2D634D2B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7309D1-5FA4-C3B4-988B-19C978BA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1AEF3E-DBE8-5902-C8F9-2B8530C0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C7E554-0833-5491-3ECD-D22DD91B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ACDF-E38B-4624-AF1A-F523D2494E60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C51192-1B20-075D-6590-99B6D982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A5E0C78-97D6-596B-5322-9AF9F902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056090-75FC-2EC9-C6A4-C9D9BA5C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F670E6-CC87-0FC5-F81A-CECDF1395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2DC8AD5-BB8C-D550-A08B-B7C92A0D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45AE-77CA-4A42-9883-3E5577E109F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BB344B-3531-940F-A917-A6236C85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5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FA9011C-DA38-8047-DA14-9FC27193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5D0DE-F343-7DE5-EBEA-9FD0BC7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91BF37-F596-F10C-2E9B-F5907A451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6687F4-97AD-2F5A-8CF2-BD38254D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D6-2F1E-480A-8F89-720905B0F7C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AE8C64-5FF9-3AF6-80AF-E355FE89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15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15142E-952D-6356-14F0-32CB3E4D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8EEA52-A052-EF6E-B37A-CDFA7152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D8AEE9-9097-4CE7-EB01-7AACA7759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6B06763-B5E8-5369-5FE7-E74BC835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223C-C5A4-4857-AF3A-F0B87F03BBEE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DCF371-7C57-F90F-5F29-6B980CD6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41F760-B533-946A-8D3D-CD874A28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55786D-47F7-8FE9-D42F-90D307C4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DC1A92-957D-D44D-62EB-6383381E8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2AF3D12-B7A4-C89B-DAF7-28676EF5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C006E-755B-48A1-AF56-5DC5A20499E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61A2B7-95BE-4D6B-2E42-F0177E96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9348A8-972C-20A2-78D7-A46CC8B1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680957-E354-94CD-F453-B0FE8F6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3F7C9B-51F3-84A5-9573-727F1B0F0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652F03-70B3-B587-0E05-270D59D7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14F8-A136-414E-BB44-8FDC063D854C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B5EA384-8E9A-FDD7-FB8B-046737A7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CBD0A9-BCF3-4985-177E-582E4C99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13388F-FF35-2D83-4D3B-039D6B5A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0B2D9F-E603-08EB-8165-CC3644C8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DEDFEF-F475-03C4-1D8A-E888FF68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4BE6-7FF4-4EB9-BE9E-DA698D9A81A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003E5D-FB8D-6CDD-2518-551277E6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2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3540F9B-8778-DEE5-81E7-F9FA2E9F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CECE46-BAAB-CAA4-05A8-372CB2C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F10ED9-48F5-4E63-455E-0D3C216EA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AFA26E-B422-E60D-0452-51DAD617A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4BE6-7FF4-4EB9-BE9E-DA698D9A81A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E90F96-35BF-2730-7397-E3BDBA39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07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34D6E0-C66F-3EE3-EF78-9A8444C4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5D1A6-9E48-6BC3-2E99-BD8D4E96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B73C54-DB00-C191-B8C5-01B0C982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C6D207-EA2F-9361-FF07-A295D75C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3B7E-D7B4-42B0-A405-0E78122C139B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F76078D-E05A-668D-D7D3-6EAEA601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83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4012E9-73A7-647D-3072-2B780BE8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A6D766-50C1-4B7C-E796-F3067CC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067BF4-5141-EA81-9E2C-1D1B8928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DBC3F86-DD42-61B4-D19F-D4288317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93241-78CD-41FD-9FFF-E158D31A3E1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D15FAC0-2EAA-8E1B-B250-FA256F78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30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E7940F-6B4F-C560-ED57-2FC151C2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631787-BEB0-6CE3-A1C7-20922109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6847C7-1DE7-0718-9A7E-0B29AC1A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1440F2-CF62-1E11-C943-BB918F82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024-6B97-4464-B986-4FD2791A537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461EF9-FF3A-7AD8-3761-6A39C5B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1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C9D11D-8C69-02CD-0766-EE780E92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C8812-C937-B75E-CFCC-09C8F3A1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Patent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C29A03-0D33-B23F-AA3C-AF4B3D8C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2253636-7F02-E84F-18F8-109B7D7F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024-6B97-4464-B986-4FD2791A537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D9E008-8C2B-C7F1-4A0C-60A54E0A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1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109</Words>
  <Application>Microsoft Office PowerPoint</Application>
  <PresentationFormat>Custom</PresentationFormat>
  <Paragraphs>63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Department of Information Technology</vt:lpstr>
      <vt:lpstr>Abstract</vt:lpstr>
      <vt:lpstr>Introduction</vt:lpstr>
      <vt:lpstr>Existing System / Literature Review</vt:lpstr>
      <vt:lpstr>Objective of the project work</vt:lpstr>
      <vt:lpstr>Proposed System</vt:lpstr>
      <vt:lpstr>Architecture Diagram</vt:lpstr>
      <vt:lpstr>Technology Used</vt:lpstr>
      <vt:lpstr>Module Description</vt:lpstr>
      <vt:lpstr>Module Description</vt:lpstr>
      <vt:lpstr>Results &amp; Discussion</vt:lpstr>
      <vt:lpstr>Results &amp; Discussion</vt:lpstr>
      <vt:lpstr>Screenshots</vt:lpstr>
      <vt:lpstr>Conclusion</vt:lpstr>
      <vt:lpstr>References</vt:lpstr>
      <vt:lpstr>Publication / Patent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Windows User</cp:lastModifiedBy>
  <cp:revision>3</cp:revision>
  <dcterms:created xsi:type="dcterms:W3CDTF">2026-03-11T11:49:07Z</dcterms:created>
  <dcterms:modified xsi:type="dcterms:W3CDTF">2026-10-30T08:27:49Z</dcterms:modified>
</cp:coreProperties>
</file>